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ck_bg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ck_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766" y="2880361"/>
            <a:ext cx="2651759" cy="3977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