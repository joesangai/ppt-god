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ck_bg_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mock_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85" y="1234440"/>
            <a:ext cx="2651759" cy="39776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